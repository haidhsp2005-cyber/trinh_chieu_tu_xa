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397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772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400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8006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739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05362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7749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74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875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4547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913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8C1D9-DD71-4AE4-ADB5-C909A77C8ED3}" type="datetimeFigureOut">
              <a:rPr lang="vi-VN" smtClean="0"/>
              <a:t>18/10/2023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422DE-A996-483A-9736-3BBB98E267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157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662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1: Truy cập trang web https://c23longcang.longan.edu.vn/</a:t>
            </a:r>
            <a:endParaRPr lang="vi-V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08720"/>
            <a:ext cx="8496944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89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6026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2: Nhấn vào chữ </a:t>
            </a:r>
            <a:r>
              <a:rPr lang="vi-VN" dirty="0" smtClean="0">
                <a:solidFill>
                  <a:srgbClr val="FF0000"/>
                </a:solidFill>
              </a:rPr>
              <a:t>Đăng Nhập </a:t>
            </a:r>
            <a:r>
              <a:rPr lang="vi-VN" dirty="0" smtClean="0"/>
              <a:t>được khoanh màu đỏ</a:t>
            </a:r>
            <a:endParaRPr lang="vi-V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08720"/>
            <a:ext cx="8496944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/>
          <p:cNvSpPr/>
          <p:nvPr/>
        </p:nvSpPr>
        <p:spPr>
          <a:xfrm>
            <a:off x="6588224" y="1556792"/>
            <a:ext cx="57606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588224" y="557972"/>
            <a:ext cx="288032" cy="92681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55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5923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3: Nhập </a:t>
            </a:r>
            <a:r>
              <a:rPr lang="vi-VN" dirty="0" smtClean="0">
                <a:solidFill>
                  <a:srgbClr val="FF0000"/>
                </a:solidFill>
              </a:rPr>
              <a:t>tên đăng nhập </a:t>
            </a:r>
            <a:r>
              <a:rPr lang="vi-VN" dirty="0" smtClean="0"/>
              <a:t>và </a:t>
            </a:r>
            <a:r>
              <a:rPr lang="vi-VN" dirty="0" smtClean="0">
                <a:solidFill>
                  <a:srgbClr val="FF0000"/>
                </a:solidFill>
              </a:rPr>
              <a:t>mật khẩu </a:t>
            </a:r>
            <a:r>
              <a:rPr lang="vi-VN" dirty="0" smtClean="0"/>
              <a:t>đã được cấp.</a:t>
            </a:r>
            <a:endParaRPr lang="vi-V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64704"/>
            <a:ext cx="8640960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3491880" y="557972"/>
            <a:ext cx="2376264" cy="287102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847118" y="388702"/>
            <a:ext cx="1957130" cy="376037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868144" y="4299588"/>
            <a:ext cx="1872208" cy="6480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5580112" y="4725144"/>
            <a:ext cx="1152128" cy="1008112"/>
          </a:xfrm>
          <a:prstGeom prst="straightConnector1">
            <a:avLst/>
          </a:prstGeom>
          <a:ln w="571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91880" y="5733256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smtClean="0">
                <a:solidFill>
                  <a:srgbClr val="FF0000"/>
                </a:solidFill>
              </a:rPr>
              <a:t>Xong rồi nhấn chuột vào đăng nhập</a:t>
            </a:r>
            <a:endParaRPr lang="vi-VN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43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5631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4: Nhấn vào </a:t>
            </a:r>
            <a:r>
              <a:rPr lang="vi-VN" dirty="0" smtClean="0">
                <a:solidFill>
                  <a:srgbClr val="FF0000"/>
                </a:solidFill>
              </a:rPr>
              <a:t>Tin tức – Bài viết </a:t>
            </a:r>
            <a:r>
              <a:rPr lang="vi-VN" dirty="0" smtClean="0"/>
              <a:t>, rồi chọn </a:t>
            </a:r>
            <a:r>
              <a:rPr lang="vi-VN" dirty="0" smtClean="0">
                <a:solidFill>
                  <a:srgbClr val="FF0000"/>
                </a:solidFill>
              </a:rPr>
              <a:t>Tin tức</a:t>
            </a:r>
            <a:endParaRPr lang="vi-VN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80728"/>
            <a:ext cx="8964488" cy="5877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1043608" y="557972"/>
            <a:ext cx="2448272" cy="20069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979984" y="557972"/>
            <a:ext cx="5104184" cy="230334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94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5064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5: Để tạo </a:t>
            </a:r>
            <a:r>
              <a:rPr lang="vi-VN" dirty="0" smtClean="0">
                <a:solidFill>
                  <a:srgbClr val="FF0000"/>
                </a:solidFill>
              </a:rPr>
              <a:t>bài viết mới</a:t>
            </a:r>
            <a:r>
              <a:rPr lang="vi-VN" dirty="0" smtClean="0"/>
              <a:t>, bấm vào chữ </a:t>
            </a:r>
            <a:r>
              <a:rPr lang="vi-VN" dirty="0" smtClean="0">
                <a:solidFill>
                  <a:srgbClr val="FF0000"/>
                </a:solidFill>
              </a:rPr>
              <a:t>thêm</a:t>
            </a:r>
            <a:endParaRPr lang="vi-VN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4"/>
            <a:ext cx="9144000" cy="6093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5868144" y="557972"/>
            <a:ext cx="864096" cy="13588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03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6: Chéck vào ô </a:t>
            </a:r>
            <a:r>
              <a:rPr lang="vi-VN" dirty="0" smtClean="0">
                <a:solidFill>
                  <a:srgbClr val="FF0000"/>
                </a:solidFill>
              </a:rPr>
              <a:t>là tin mới</a:t>
            </a:r>
            <a:r>
              <a:rPr lang="vi-VN" dirty="0" smtClean="0"/>
              <a:t>, là </a:t>
            </a:r>
            <a:r>
              <a:rPr lang="vi-VN" dirty="0" smtClean="0">
                <a:solidFill>
                  <a:srgbClr val="FF0000"/>
                </a:solidFill>
              </a:rPr>
              <a:t>tin nổi bật</a:t>
            </a:r>
            <a:endParaRPr lang="vi-VN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712"/>
            <a:ext cx="9144000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3563888" y="557972"/>
            <a:ext cx="648072" cy="229496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860032" y="476672"/>
            <a:ext cx="216024" cy="237626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03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5820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7: Chọn </a:t>
            </a:r>
            <a:r>
              <a:rPr lang="vi-VN" dirty="0" smtClean="0">
                <a:solidFill>
                  <a:srgbClr val="FF0000"/>
                </a:solidFill>
              </a:rPr>
              <a:t>vị trí </a:t>
            </a:r>
            <a:r>
              <a:rPr lang="vi-VN" dirty="0" smtClean="0"/>
              <a:t>cần đăng bài ở «</a:t>
            </a:r>
            <a:r>
              <a:rPr lang="vi-VN" dirty="0" smtClean="0">
                <a:solidFill>
                  <a:srgbClr val="FF0000"/>
                </a:solidFill>
              </a:rPr>
              <a:t>Thuộc loại tin tức</a:t>
            </a:r>
            <a:r>
              <a:rPr lang="vi-VN" dirty="0" smtClean="0"/>
              <a:t>»</a:t>
            </a:r>
            <a:endParaRPr lang="vi-V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764704"/>
            <a:ext cx="9036496" cy="6061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2915816" y="557972"/>
            <a:ext cx="5760640" cy="272701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4427984" y="557972"/>
            <a:ext cx="1788376" cy="3447092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03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337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8: Gõ </a:t>
            </a:r>
            <a:r>
              <a:rPr lang="vi-VN" dirty="0" smtClean="0">
                <a:solidFill>
                  <a:srgbClr val="FF0000"/>
                </a:solidFill>
              </a:rPr>
              <a:t>tiêu đề </a:t>
            </a:r>
            <a:r>
              <a:rPr lang="vi-VN" dirty="0" smtClean="0"/>
              <a:t>cho bài viết</a:t>
            </a:r>
            <a:endParaRPr lang="vi-V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" y="836712"/>
            <a:ext cx="9137923" cy="602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2915816" y="557972"/>
            <a:ext cx="1296144" cy="323106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03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188640"/>
            <a:ext cx="818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9: Gõ </a:t>
            </a:r>
            <a:r>
              <a:rPr lang="vi-VN" dirty="0" smtClean="0">
                <a:solidFill>
                  <a:srgbClr val="FF0000"/>
                </a:solidFill>
              </a:rPr>
              <a:t>nội dung </a:t>
            </a:r>
            <a:r>
              <a:rPr lang="vi-VN" dirty="0" smtClean="0"/>
              <a:t>bài viết ở phía dưới, có thể copy </a:t>
            </a:r>
            <a:r>
              <a:rPr lang="vi-VN" dirty="0" smtClean="0">
                <a:sym typeface="Wingdings" panose="05000000000000000000" pitchFamily="2" charset="2"/>
              </a:rPr>
              <a:t> paste từ Word, Web </a:t>
            </a:r>
            <a:endParaRPr lang="vi-V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4"/>
            <a:ext cx="9144000" cy="6093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2555776" y="560609"/>
            <a:ext cx="2232248" cy="445256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03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630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10: Cập nhật </a:t>
            </a:r>
            <a:r>
              <a:rPr lang="vi-VN" dirty="0" smtClean="0">
                <a:solidFill>
                  <a:srgbClr val="FF0000"/>
                </a:solidFill>
              </a:rPr>
              <a:t>hình đại diện </a:t>
            </a:r>
            <a:r>
              <a:rPr lang="vi-VN" dirty="0" smtClean="0"/>
              <a:t>cho bài viết. Tự tải ảnh lên</a:t>
            </a:r>
            <a:endParaRPr lang="vi-V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64704"/>
            <a:ext cx="8928992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1907704" y="560609"/>
            <a:ext cx="648072" cy="366047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8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512" y="188640"/>
            <a:ext cx="7499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11: Nếu cần </a:t>
            </a:r>
            <a:r>
              <a:rPr lang="vi-VN" dirty="0" smtClean="0">
                <a:solidFill>
                  <a:srgbClr val="FF0000"/>
                </a:solidFill>
              </a:rPr>
              <a:t>đính kèm tệp </a:t>
            </a:r>
            <a:r>
              <a:rPr lang="vi-VN" dirty="0" smtClean="0"/>
              <a:t> như gửi email và zalo thì bấm vào đây</a:t>
            </a:r>
            <a:endParaRPr lang="vi-V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4"/>
            <a:ext cx="9144000" cy="6093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2123728" y="560609"/>
            <a:ext cx="432048" cy="409252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8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5067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12: Xong thì nhấn vào </a:t>
            </a:r>
            <a:r>
              <a:rPr lang="vi-VN" dirty="0" smtClean="0">
                <a:solidFill>
                  <a:srgbClr val="FF0000"/>
                </a:solidFill>
              </a:rPr>
              <a:t>Lưu</a:t>
            </a:r>
            <a:r>
              <a:rPr lang="vi-VN" dirty="0" smtClean="0"/>
              <a:t> để lưu bài viết</a:t>
            </a:r>
            <a:endParaRPr lang="vi-V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2696"/>
            <a:ext cx="9144000" cy="6165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4283968" y="557972"/>
            <a:ext cx="4104456" cy="15028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8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188640"/>
            <a:ext cx="8490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Để bài viết xuất hiện trên Web thì chổ này phải chéck hết các mục của bài viết, </a:t>
            </a:r>
          </a:p>
          <a:p>
            <a:r>
              <a:rPr lang="vi-VN" dirty="0" smtClean="0"/>
              <a:t>Thiếu chổ nào check chổ đó</a:t>
            </a:r>
            <a:endParaRPr lang="vi-V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08720"/>
            <a:ext cx="892899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4283968" y="557972"/>
            <a:ext cx="2376264" cy="215094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868144" y="511805"/>
            <a:ext cx="1296144" cy="219711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8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7087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13: Trước khi </a:t>
            </a:r>
            <a:r>
              <a:rPr lang="vi-VN" dirty="0" smtClean="0">
                <a:solidFill>
                  <a:srgbClr val="FF0000"/>
                </a:solidFill>
              </a:rPr>
              <a:t>duyệt</a:t>
            </a:r>
            <a:r>
              <a:rPr lang="vi-VN" dirty="0" smtClean="0"/>
              <a:t> tin vào chọn vào ô vuông tin đó trước đã </a:t>
            </a:r>
            <a:endParaRPr lang="vi-V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" y="764704"/>
            <a:ext cx="9008318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1691680" y="557972"/>
            <a:ext cx="4320480" cy="20789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8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7029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14: sau đó thì bấm vào </a:t>
            </a:r>
            <a:r>
              <a:rPr lang="vi-VN" dirty="0" smtClean="0">
                <a:solidFill>
                  <a:srgbClr val="FF0000"/>
                </a:solidFill>
              </a:rPr>
              <a:t>chức năng</a:t>
            </a:r>
            <a:r>
              <a:rPr lang="vi-VN" dirty="0" smtClean="0"/>
              <a:t> rồi chọn </a:t>
            </a:r>
            <a:r>
              <a:rPr lang="vi-VN" dirty="0" smtClean="0">
                <a:solidFill>
                  <a:srgbClr val="FF0000"/>
                </a:solidFill>
              </a:rPr>
              <a:t>cập nhật duyệt tin</a:t>
            </a:r>
            <a:endParaRPr lang="vi-VN" dirty="0">
              <a:solidFill>
                <a:srgbClr val="FF0000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7" y="722948"/>
            <a:ext cx="9036497" cy="6162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>
            <a:stCxn id="4" idx="2"/>
          </p:cNvCxnSpPr>
          <p:nvPr/>
        </p:nvCxnSpPr>
        <p:spPr>
          <a:xfrm>
            <a:off x="4558352" y="557972"/>
            <a:ext cx="2893968" cy="13588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6601872" y="476672"/>
            <a:ext cx="634424" cy="2582996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8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88640"/>
            <a:ext cx="7055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15: Nhấn vào </a:t>
            </a:r>
            <a:r>
              <a:rPr lang="vi-VN" dirty="0" smtClean="0">
                <a:solidFill>
                  <a:srgbClr val="FF0000"/>
                </a:solidFill>
              </a:rPr>
              <a:t>đồng ý</a:t>
            </a:r>
            <a:r>
              <a:rPr lang="vi-VN" dirty="0" smtClean="0"/>
              <a:t> sẽ thấy xuất hiện thông báo thành công</a:t>
            </a:r>
            <a:endParaRPr lang="vi-VN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0" y="557972"/>
            <a:ext cx="8952656" cy="6183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26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036496" cy="666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26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188639"/>
            <a:ext cx="8193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16: Tiếp tục </a:t>
            </a:r>
            <a:r>
              <a:rPr lang="vi-VN" dirty="0" smtClean="0">
                <a:solidFill>
                  <a:srgbClr val="FF0000"/>
                </a:solidFill>
              </a:rPr>
              <a:t>xuất bản tin</a:t>
            </a:r>
            <a:r>
              <a:rPr lang="vi-VN" dirty="0" smtClean="0"/>
              <a:t>, ta phải chọn ô vuông tin đó trước, sau đó bấm </a:t>
            </a:r>
          </a:p>
          <a:p>
            <a:r>
              <a:rPr lang="vi-VN" dirty="0" smtClean="0"/>
              <a:t>Vào chức năng </a:t>
            </a:r>
            <a:r>
              <a:rPr lang="vi-VN" dirty="0" smtClean="0">
                <a:sym typeface="Wingdings" panose="05000000000000000000" pitchFamily="2" charset="2"/>
              </a:rPr>
              <a:t> cập nhật xuất bản tin</a:t>
            </a:r>
            <a:endParaRPr lang="vi-VN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0" y="834970"/>
            <a:ext cx="8775898" cy="590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1835696" y="511804"/>
            <a:ext cx="3240360" cy="212510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580112" y="557972"/>
            <a:ext cx="1656184" cy="143086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7452320" y="557972"/>
            <a:ext cx="720080" cy="264571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68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2973" y="251356"/>
            <a:ext cx="8273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Bước 17: Tiếp tục nhấn </a:t>
            </a:r>
            <a:r>
              <a:rPr lang="vi-VN" dirty="0" smtClean="0">
                <a:solidFill>
                  <a:srgbClr val="FF0000"/>
                </a:solidFill>
              </a:rPr>
              <a:t>đồng ý</a:t>
            </a:r>
            <a:r>
              <a:rPr lang="vi-VN" dirty="0" smtClean="0"/>
              <a:t>, sau đó sẽ thấy xuất hiện thông báo thành công</a:t>
            </a:r>
            <a:endParaRPr lang="vi-VN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8784976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3419872" y="620688"/>
            <a:ext cx="2520280" cy="246794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68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44624"/>
            <a:ext cx="9036497" cy="6777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9053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332656"/>
            <a:ext cx="845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Sau khi tất cả đã được check như hình bên dưới thì bài viết sẽ hiển thị trên Web.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701988"/>
            <a:ext cx="8424936" cy="6039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5220072" y="2204864"/>
            <a:ext cx="2088232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1302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8640960" cy="5415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536" y="332656"/>
            <a:ext cx="8611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 smtClean="0"/>
              <a:t>Trở ra trình duyệt, gõ lại địa chỉ web. Vào đúng vị trí mình đăng bài, sẽ thấy bài viết</a:t>
            </a:r>
            <a:endParaRPr lang="vi-VN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275856" y="701988"/>
            <a:ext cx="2232248" cy="323106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4860032" y="701988"/>
            <a:ext cx="3312368" cy="365382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27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268760"/>
            <a:ext cx="8229600" cy="1143000"/>
          </a:xfrm>
        </p:spPr>
        <p:txBody>
          <a:bodyPr/>
          <a:lstStyle/>
          <a:p>
            <a:r>
              <a:rPr lang="vi-VN" dirty="0" smtClean="0"/>
              <a:t>---------HẾT--------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7198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344</Words>
  <Application>Microsoft Office PowerPoint</Application>
  <PresentationFormat>On-screen Show (4:3)</PresentationFormat>
  <Paragraphs>24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---------HẾT--------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20</cp:revision>
  <dcterms:created xsi:type="dcterms:W3CDTF">2023-10-18T12:06:14Z</dcterms:created>
  <dcterms:modified xsi:type="dcterms:W3CDTF">2023-10-18T13:04:14Z</dcterms:modified>
</cp:coreProperties>
</file>