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BÀI HỌC: BA ĐỊNH LUẬT NEWTON VỀ CHUYỂN ĐỘNG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Môn: Vật Lý | Lớp: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Chào mừng các em học sinh đến với tiết học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Chuẩn bị đầy đủ sách vở và đồ dùng học tập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Tập trung và tích cực phát biểu xây dựng bài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Khởi đầu tiết học hào hứng và hiệu quả!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I. MỤC TIÊU BÀI HỌC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Nội dung trọng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Nắm vững khái niệm quán tính và nội dung 3 định luật Newton.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Vận dụng biểu thức F = m.a để tính toán gia tốc và lực tác dụng.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Hiểu được bản chất cặp lực và phản lực trong tự nhiên.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Nắm vững kiến thức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II. HOẠT ĐỘNG KHỞI ĐỘNG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Nội dung trọng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Hiện tượng thực tế: Khi xe phanh gấp hoặc rẽ đột ngột, hành khách nghiêng người theo hướng nào?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Thảo luận nhóm: Nguyên nhân gì khiến vật có xu hướng giữ nguyên vận tốc?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Nắm vững kiến thức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 Định luật I Newton (Quán tính)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Nội dung trọng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Một vật đứng yên hoặc chuyển động thẳng đều nếu không chịu lực nào tác dụng, hoặc hợp lực bằng 0.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Khái niệm hệ quy chiếu quán tính.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Nắm vững kiến thức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2. Định luật II Newton (Động lực học)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Nội dung trọng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Gia tốc của một vật tỉ lệ thuận với hợp lực tác dụng và tỉ lệ nghịch với khối lượng: a = F / m.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Khối lượng là số đo mức quán tính của vật thể.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Nắm vững kiến thức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3. Định luật III Newton (Tương tác)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Nội dung trọng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Trong mọi trường hợp, khi vật A tác dụng lên vật B một lực, thì vật B cũng tác dụng lại vật A một lực.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Hai lực này cùng giá, cùng độ lớn, ngược chiều và đặt vào hai vật khác nhau (không triệt tiêu nhau).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Nắm vững kiến thức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IV. LUYỆN TẬP &amp; VẬN DỤNG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Nội dung trọng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Ví dụ: Người nhảy từ thuyền lên bờ, tại sao thuyền bị đẩy lùi về phía sau?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Ứng dụng nguyên lý phản lực trong động cơ phản lực và phóng tên lửa vũ trụ.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Nắm vững kiến thức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V. HƯỚNG DẪN TỰ HỌC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Chi tiết bài học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Làm bài tập 1, 2, 3 trong SGK trang 45.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•  - Chuẩn bị bài thí nghiệm đo lực ma sát trong tiết học tiếp theo.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870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Arial"/>
              </a:defRPr>
            </a:pPr>
            <a:r>
              <a:t>💡 Ghi nhớ: Ghi nhớ và vận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